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13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Programming Assignment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6035040" cy="82296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7091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only — not a real medical device.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safer symptom-checker prototype is needed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feel sick, they often search random websites for answers.
</a:t>
            </a: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three problems: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60720" y="155448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27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847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sites give confusing or wrong advice.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251460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487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807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panic reading worst-case scenarios.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447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767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idea of what to do next.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16002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MediGuide AI: a prototype that takes patient info and symptoms, uses LangChain + an OpenAI model to give structured, easy-to-understand guidance — always with strong safety warnings and never a confirmed diagnosis.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build while completing this assignment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OpenAI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ChatOpenAI inside a Python 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prompts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prompts with PromptTemplate &amp; ChatPromptTemplate.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message types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SystemMessage, HumanMessage, AIMessage.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JSON output and parse it safely.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reusable pipeline with LLMChain.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cache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streaming output, plus in-memory &amp; SQLite caching.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stack behind MediGuide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framework (core, openai, community)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932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932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provider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user interface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4456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secret API key from .env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932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 + SQLite Cache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3932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repeated requests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from form to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803981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7" name="Shape 5"/>
          <p:cNvSpPr/>
          <p:nvPr/>
        </p:nvSpPr>
        <p:spPr>
          <a:xfrm>
            <a:off x="1952897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952897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208238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357154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57154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612495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1411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761411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16752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6165669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165669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421009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569926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569926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25266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4183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974183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10229523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39319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medical_ai_assistant/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            (Streamlit UI)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.env.example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       (settings + form options)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prompts.py      (prompt templates + JSON schema)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chains.py       (ChatOpenAI + LLMChain + streaming)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cache_manager.py (in-memory + SQLite cache)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utils.py        (safe JSON parsing)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931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stays in src/, and the Streamlit interface stays in app.py — this keeps the code modular, readable, and easy to test.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Must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age, gender, symptoms, duration, severity, conditions, medications, notes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prompt from the inputs and send it to the LLM through an LLMChain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63016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a JSON object: summary, possible conditions, urgency, next steps, doctor questions, warning signs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68172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parse the JSON and show it on a results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5270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human-readable narrative live into the interface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5786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urgency level in color: LOW / MEDIUM / HIGH / EMERGENCY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63016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caching be turned on to speed up repeated identical requests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68172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medical disclaimer visible on every screen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Concepts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the assignment requires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1609344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OpenAI chat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85416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Human / AI Messages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185416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rules, send patient data, show conversation roles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text template with variables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97680" y="3337560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conversation carrying safety rules &amp;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13632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913632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the exact schema; app parses it safely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8970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4489704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chain that runs the assessment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65776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97680" y="5065776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streamed live with .stream()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641848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641848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and SQLiteCache, both demonstrated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form inputs, and results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name &amp; 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Medical disclaimer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configuration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Language selection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554480"/>
            <a:ext cx="356616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194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 — text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624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 — selectbox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3054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Symptoms — multiselect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34838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Duration — selectbox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0" y="3913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Severity 1-10 — slider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Conditions — text area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4773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Medications — text area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 — text area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56327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Submit — button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374904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0" y="2194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st.metric — urgency level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st.warning / st.error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38160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st.info / st.success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381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st.expander for details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Tabs &amp; columns layout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38160" y="4480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st.write_stream — live text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Safety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safety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labelled as an educational AI system, not a doctor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9888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7373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presents a confirmed diagnosis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518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51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shown in the sidebar, main area, and results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4518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51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2004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EMERGENCY-level output tells the user to seek help immediately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149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14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are built directly into the system prompt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9149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914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46634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is handled safely — it never crashes the app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is checked and marked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Mild cold symptoms → LOW urgency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Fever + cough for a week → MEDIUM/HIGH urgency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Chest pain + breathlessness → EMERGENCY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form twice → faster 2nd time (cache)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Empty symptoms → app warns, no API call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Breakdown (100 total)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0" y="1984248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984248"/>
            <a:ext cx="216027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7432" y="1938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50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0" y="2368296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368296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57432" y="23225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7340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03920" y="2752344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2752344"/>
            <a:ext cx="288036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7432" y="27066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1181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3136392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3136392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57432" y="3090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502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3520440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520440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1457432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03920" y="3904488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3904488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11457432" y="3858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4270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4288536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288536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11457432" y="4242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4654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4672584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72584"/>
            <a:ext cx="216027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1457432" y="46268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this project is for education only — not a medical device, and not to be used for real diagnosis or treatment.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Widescreen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Usman Sultan</cp:lastModifiedBy>
  <cp:revision>2</cp:revision>
  <dcterms:created xsi:type="dcterms:W3CDTF">2026-08-24T13:06:39Z</dcterms:created>
  <dcterms:modified xsi:type="dcterms:W3CDTF">2026-08-24T14:36:13Z</dcterms:modified>
</cp:coreProperties>
</file>